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12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12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86.png"/><Relationship Id="rId3" Type="http://schemas.openxmlformats.org/officeDocument/2006/relationships/image" Target="../media/image20.png"/><Relationship Id="rId7" Type="http://schemas.openxmlformats.org/officeDocument/2006/relationships/image" Target="../media/image81.png"/><Relationship Id="rId12" Type="http://schemas.openxmlformats.org/officeDocument/2006/relationships/image" Target="../media/image8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84.png"/><Relationship Id="rId5" Type="http://schemas.openxmlformats.org/officeDocument/2006/relationships/image" Target="../media/image22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21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1925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78510"/>
            <a:ext cx="942975" cy="40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350" y="4278510"/>
            <a:ext cx="1152525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0" y="4278510"/>
            <a:ext cx="133350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5" y="4278510"/>
            <a:ext cx="1152525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179439"/>
            <a:ext cx="5600700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FFFFF"/>
                </a:solidFill>
                <a:latin typeface="Poppins"/>
              </a:rPr>
              <a:t>SMART DOCUMENT</a:t>
            </a:r>
            <a:r>
              <a:t>
</a:t>
            </a:r>
            <a:r>
              <a:rPr sz="3450" b="1" i="0" u="none">
                <a:solidFill>
                  <a:srgbClr val="38BDF8"/>
                </a:solidFill>
                <a:latin typeface="Poppins"/>
              </a:rPr>
              <a:t>SEARCH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383160"/>
            <a:ext cx="5334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Keyword-Based Search Engine using KMP and Rabin-Karp Algorithms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619250"/>
            <a:ext cx="5334000" cy="3619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383285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8325" y="438328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3725" y="4383285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0100" y="4383285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323850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2320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Search engines have evolved from simple keyword matching to advanced string matching algorithms.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2418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Several key algorithms are utilized for pattern searching, notably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Knuth-Morris-Pratt (KMP)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Rabin-Karp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25167"/>
            <a:ext cx="49911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These algorithms improve efficiency by significantly reducing the total number of character comparisons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0438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Digital libraries and search portals benefit immensely from fast, accurate, and scalable retrieval of indexed documents.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1. Literature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962025"/>
            <a:ext cx="71818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42257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43237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44217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19488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21484"/>
            <a:ext cx="11049000" cy="10724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76262"/>
            <a:ext cx="36195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5312" y="4250084"/>
            <a:ext cx="11001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8BDF8"/>
                </a:solidFill>
                <a:latin typeface="Poppins"/>
              </a:rPr>
              <a:t>Smart Document Search System Core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621559"/>
            <a:ext cx="104775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Structured engineering workflow ensuring robust indexing, pattern execution, and responsive web portal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476250"/>
            <a:ext cx="1110138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2. 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962025"/>
            <a:ext cx="777240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24012"/>
            <a:ext cx="5410200" cy="2047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624012"/>
            <a:ext cx="5410200" cy="2047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00487"/>
            <a:ext cx="5410200" cy="2047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900487"/>
            <a:ext cx="5410200" cy="2047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76262"/>
            <a:ext cx="36195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1900237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2547937"/>
            <a:ext cx="23902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Keyword-Based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67037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Designed specifically for high-speed indexing and query matching across various digital document repositories.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1900237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6525" y="2547937"/>
            <a:ext cx="251031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Efficient String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967037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Integrates KMP and Rabin-Karp algorithms to eliminate redundant computational comparisons during execution.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176712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7725" y="4824412"/>
            <a:ext cx="19002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Robust 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5243512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Developed using Java/Python backend logic, structured with VS Code, and integrated with relational databases.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4176712"/>
            <a:ext cx="514350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6525" y="4824412"/>
            <a:ext cx="19202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Metadata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5243512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MySQL database stores document metadata, full-text indexes, and file paths for quick query matching.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2043112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3687" y="2043112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312" y="4319587"/>
            <a:ext cx="257175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3687" y="4319587"/>
            <a:ext cx="20002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7750" y="476250"/>
            <a:ext cx="1110138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System Overview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962025"/>
            <a:ext cx="74104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44216"/>
            <a:ext cx="5334000" cy="24839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361950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3186" y="2820441"/>
            <a:ext cx="50206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Sample LPS Array Construction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62725" y="3296691"/>
          <a:ext cx="4772021" cy="885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9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2912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Pattern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38BDF8"/>
                          </a:solidFill>
                          <a:latin typeface="Inter SemiBold"/>
                        </a:rPr>
                        <a:t>LPS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284C7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62725" y="4325391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The LPS array guides the shift amount during pattern search avoiding redundant comparisons.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9749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Knuth-Morris-Pratt (KMP)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algorithm is a popular pattern searching technique.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847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Preprocesses the pattern to construct a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Longest Prefix Suffix (LPS)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9458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Avoids unnecessary backtracking in the target text when a mismatch occurs.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0438"/>
            <a:ext cx="4991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Guarantees a linear time complexity of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O(n + m)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476250"/>
            <a:ext cx="1110138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KMP Algorithm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962025"/>
            <a:ext cx="782002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16547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7527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18508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19488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04913"/>
            <a:ext cx="5334000" cy="126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900338"/>
            <a:ext cx="5334000" cy="1266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76262"/>
            <a:ext cx="24765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4700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Uses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hashing techniques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to find pattern occurrences within a large body of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4798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Calculates and compares hash values of the pattern and text substrings iteratively.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4896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Performs exact character verification only when matching hash values are encountered.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9948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Highly efficient for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multiple pattern searches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and large-scale document scanning.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50928"/>
            <a:ext cx="4991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Average Time Complexity: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O(n + m)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276576"/>
            <a:ext cx="369986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6371" y="2681138"/>
            <a:ext cx="43867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Rolling Hash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3211" y="4462313"/>
            <a:ext cx="422106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Ideal for searching multiple keywords simultaneously across large document archives.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76250"/>
            <a:ext cx="1122140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Rabin-Karp Algorithm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962025"/>
            <a:ext cx="66865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66057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67037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68017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68998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69978"/>
            <a:ext cx="1524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781151"/>
            <a:ext cx="413146" cy="514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3573" y="2924026"/>
            <a:ext cx="1714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66371" y="2966888"/>
            <a:ext cx="417790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Allows fast calculation of hash values for subsequent substrings in O(1) time.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3418" y="4419451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23211" y="4176563"/>
            <a:ext cx="443211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Multi-Pattern Matching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11049000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3238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172" y="3652837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001" y="365283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9830" y="365283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732" y="3115567"/>
            <a:ext cx="666750" cy="666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35060" y="3896617"/>
            <a:ext cx="76009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Poppins"/>
              </a:rPr>
              <a:t>End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5495" y="4258567"/>
            <a:ext cx="14192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Submits Search Queries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8561" y="3115567"/>
            <a:ext cx="666750" cy="66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1860" y="3896617"/>
            <a:ext cx="122015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Poppins"/>
              </a:rPr>
              <a:t>Search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9486" y="4258567"/>
            <a:ext cx="11049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Web UI Dashboard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5890" y="2957512"/>
            <a:ext cx="666750" cy="666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9135" y="3738562"/>
            <a:ext cx="208026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Poppins"/>
              </a:rPr>
              <a:t>Application Processing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3219" y="3115567"/>
            <a:ext cx="66675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11498" y="3896617"/>
            <a:ext cx="153019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Poppins"/>
              </a:rPr>
              <a:t>MySQL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357" y="4258567"/>
            <a:ext cx="15144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Document Indexes &amp; Data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6045" y="3315592"/>
            <a:ext cx="23812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9536" y="3315592"/>
            <a:ext cx="3048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2578" y="3157537"/>
            <a:ext cx="333375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1515" y="4195762"/>
            <a:ext cx="1103560" cy="4191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9376" y="4195762"/>
            <a:ext cx="877639" cy="419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57532" y="3315592"/>
            <a:ext cx="238125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System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962025"/>
            <a:ext cx="689610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97534"/>
            <a:ext cx="207258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5530" y="2897534"/>
            <a:ext cx="2072580" cy="17773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560" y="2897534"/>
            <a:ext cx="2072729" cy="17773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740" y="2897534"/>
            <a:ext cx="2072580" cy="177730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7770" y="2897534"/>
            <a:ext cx="2072729" cy="177730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76262"/>
            <a:ext cx="32385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0627" y="3135659"/>
            <a:ext cx="314325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7760" y="3669059"/>
            <a:ext cx="4800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oppins"/>
              </a:rP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040534"/>
            <a:ext cx="174873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Backend Logic &amp; Core Execution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6083" y="3135659"/>
            <a:ext cx="371475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16778" y="3669059"/>
            <a:ext cx="67008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oppin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7455" y="4040534"/>
            <a:ext cx="174873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Text Analytics &amp; Preprocessing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3913" y="3135659"/>
            <a:ext cx="523875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00801" y="3669059"/>
            <a:ext cx="79009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oppins"/>
              </a:rPr>
              <a:t>VS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485" y="4040534"/>
            <a:ext cx="1748879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IDE &amp; Development Framework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4292" y="3135659"/>
            <a:ext cx="371475" cy="419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29991" y="3669059"/>
            <a:ext cx="6200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oppins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5665" y="4040534"/>
            <a:ext cx="174873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Database Management System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45935" y="3135659"/>
            <a:ext cx="476250" cy="419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38967" y="3669059"/>
            <a:ext cx="149018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oppins"/>
              </a:rPr>
              <a:t>Digital Libraries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9695" y="4040534"/>
            <a:ext cx="1748879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Document Storage &amp;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Technologies Used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962025"/>
            <a:ext cx="71913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323850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9936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Keyword-Based Search: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Intuitive and high-precision term matching.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0916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Multiple File Support: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Full support for PDF, DOCX, TXT, and metadata formats.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1189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Fast &amp; Efficient Results: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Sub-second response time powered by optimized string search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1287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Sort &amp; Filter Options: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Flexible ordering by relevance score, date, and document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13858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User-Friendly Interface: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Modern, accessible, and responsive query interface.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50" y="476250"/>
            <a:ext cx="1114139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Search Portal -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962025"/>
            <a:ext cx="63150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28986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29966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30947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31927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32908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0237"/>
            <a:ext cx="11049000" cy="3771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909762"/>
            <a:ext cx="11029950" cy="714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2062162"/>
            <a:ext cx="9172575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0350" y="2071687"/>
            <a:ext cx="9620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76262"/>
            <a:ext cx="285750" cy="2857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1025" y="2624137"/>
          <a:ext cx="11029948" cy="3038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7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1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4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 SemiBold"/>
                        </a:rPr>
                        <a:t>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 SemiBold"/>
                        </a:rPr>
                        <a:t>Document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 SemiBold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 SemiBold"/>
                        </a:rPr>
                        <a:t>Relevance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Data_Structures_Notes.pdf</a:t>
                      </a: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Introduction_to_DS.docx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DOCX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Data_Structures_Tutorial.txt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TXT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Advanced_DS_Handbook.pdf</a:t>
                      </a: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1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DS_Quick_Reference.txt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TXT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185987"/>
            <a:ext cx="152400" cy="152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1025" y="3062287"/>
            <a:ext cx="105906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0085" y="3062287"/>
            <a:ext cx="516790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7993" y="3062287"/>
            <a:ext cx="1661666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69659" y="3062287"/>
            <a:ext cx="314131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590925"/>
            <a:ext cx="10590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0085" y="3590925"/>
            <a:ext cx="5167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07993" y="3590925"/>
            <a:ext cx="166166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69659" y="3590925"/>
            <a:ext cx="31413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4105275"/>
            <a:ext cx="10590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0085" y="4105275"/>
            <a:ext cx="5167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07993" y="4105275"/>
            <a:ext cx="166166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69659" y="4105275"/>
            <a:ext cx="31413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4619625"/>
            <a:ext cx="10590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0085" y="4619625"/>
            <a:ext cx="5167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07993" y="4619625"/>
            <a:ext cx="166166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69659" y="4619625"/>
            <a:ext cx="31413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025" y="5133975"/>
            <a:ext cx="10590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0085" y="5133975"/>
            <a:ext cx="5167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07993" y="5133975"/>
            <a:ext cx="166166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69659" y="5133975"/>
            <a:ext cx="31413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1025" y="5648325"/>
            <a:ext cx="10590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640085" y="5648325"/>
            <a:ext cx="51679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07993" y="5648325"/>
            <a:ext cx="166166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69659" y="5648325"/>
            <a:ext cx="31413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8685" y="5329237"/>
            <a:ext cx="1047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8685" y="4814887"/>
            <a:ext cx="1428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8685" y="3271837"/>
            <a:ext cx="1428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8685" y="4300537"/>
            <a:ext cx="1047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8685" y="3786187"/>
            <a:ext cx="1047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8685" y="3271837"/>
            <a:ext cx="14287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8259" y="3224212"/>
            <a:ext cx="523875" cy="2381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8685" y="3786187"/>
            <a:ext cx="10477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8259" y="3738562"/>
            <a:ext cx="523875" cy="2381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8685" y="4300537"/>
            <a:ext cx="10477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8259" y="4252912"/>
            <a:ext cx="514350" cy="2381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8685" y="4814887"/>
            <a:ext cx="142875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98259" y="4767262"/>
            <a:ext cx="514350" cy="2381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8685" y="5329237"/>
            <a:ext cx="104775" cy="1428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8259" y="5281612"/>
            <a:ext cx="523875" cy="2381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71550" y="476250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Results - Sample Output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962025"/>
            <a:ext cx="63150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24012"/>
            <a:ext cx="5410200" cy="2047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624012"/>
            <a:ext cx="5410200" cy="2047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00487"/>
            <a:ext cx="5410200" cy="2047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900487"/>
            <a:ext cx="5410200" cy="2047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76262"/>
            <a:ext cx="28575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1900237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2547937"/>
            <a:ext cx="275034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Efficient Pattern Searching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67037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Combines KMP and Rabin-Karp algorithms for optimal execution speed across diverse dataset sizes.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1900237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6525" y="2547937"/>
            <a:ext cx="22402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Reduced Search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967037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Drastically minimizes computational overhead and search duration for large-scale digital document archives.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176712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7725" y="4824412"/>
            <a:ext cx="24803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Scalable Digital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5243512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Easily scales to support expanding institutional repositories, digital libraries, and enterprise databases.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4176712"/>
            <a:ext cx="514350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86525" y="4824412"/>
            <a:ext cx="26603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High Precision &amp;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5243512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Delivers relevant results consistently, improving user experience and overall document discovery productivity.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175" y="2043112"/>
            <a:ext cx="1714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2043112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6312" y="4319587"/>
            <a:ext cx="257175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4319587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1550" y="476250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Advantages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962025"/>
            <a:ext cx="76390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6262"/>
            <a:ext cx="247650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10916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Smart Document Search System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delivers fast, reliable, and accurate searching via KMP and Rabin-Karp algorithms.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1189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Integration of modern software stacks guarantees exceptional performance, modularity, and scalability.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12877"/>
            <a:ext cx="49911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Offers immediate practical utility for digital libraries, academic portals, and enterprise document management systems.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50" y="476250"/>
            <a:ext cx="1122140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962025"/>
            <a:ext cx="8515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29966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30947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31927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92419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708969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691830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6994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6994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6651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6651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362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067073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https://img.magnific.com/free-psd/blue-laptop-with-abstract-btc-network-3d-icon_165789-7911.jpg?semt=ais_test_b&amp;w=740&amp;q=80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312789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575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851844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https://static.vecteezy.com/system/resources/thumbnails/065/819/219/small_2x/3d-open-book-icon-blue-cover-red-pages-symbolizes-knowledge-education-learning-stories-perfect-for-reading-study-or-library-themes-rendered-visual-isolated-png.png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295650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403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3834705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https://static.vecteezy.com/system/resources/previews/056/821/516/non_2x/search-bar-for-ui-ux-with-suggestions-clean-design-search-engine-browser-mockup-stock-illustration-vector.jpg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78510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2323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817566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https://media.istockphoto.com/id/1824625192/vector/black-graduation-cap-on-stack-of-books-education-and-graduation-concept-vector-illustration.jpg?s=612x612&amp;w=0&amp;k=20&amp;c=AYpbaW40tfT9-4tSq4q-_HHmrHcX22xDkdUXdq1OWgs=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261371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962025"/>
            <a:ext cx="82962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Amaan shaikh</cp:lastModifiedBy>
  <cp:revision>1</cp:revision>
  <dcterms:created xsi:type="dcterms:W3CDTF">2013-01-27T09:14:16Z</dcterms:created>
  <dcterms:modified xsi:type="dcterms:W3CDTF">2026-08-17T14:48:55Z</dcterms:modified>
  <cp:category/>
</cp:coreProperties>
</file>